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10177450" cx="7745400"/>
  <p:notesSz cx="6950075" cy="9236075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06">
          <p15:clr>
            <a:srgbClr val="000000"/>
          </p15:clr>
        </p15:guide>
        <p15:guide id="2" pos="1440">
          <p15:clr>
            <a:srgbClr val="000000"/>
          </p15:clr>
        </p15:guide>
      </p15:sldGuideLst>
    </p:ext>
    <p:ext uri="http://customooxmlschemas.google.com/">
      <go:slidesCustomData xmlns:go="http://customooxmlschemas.google.com/" r:id="rId7" roundtripDataSignature="AMtx7miYATWzfr8KxobQ5PWVpcKzmHup0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06" orient="horz"/>
        <p:guide pos="14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937000" y="0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155825" y="690562"/>
            <a:ext cx="2638425" cy="3465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93737" y="4386262"/>
            <a:ext cx="5562600" cy="415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93700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/>
        </p:nvSpPr>
        <p:spPr>
          <a:xfrm>
            <a:off x="3937000" y="8772525"/>
            <a:ext cx="3011487" cy="461962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75" spcFirstLastPara="1" rIns="92475" wrap="square" tIns="462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2155825" y="690562"/>
            <a:ext cx="2638425" cy="346551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1:notes"/>
          <p:cNvSpPr txBox="1"/>
          <p:nvPr>
            <p:ph idx="1" type="body"/>
          </p:nvPr>
        </p:nvSpPr>
        <p:spPr>
          <a:xfrm>
            <a:off x="693737" y="4386262"/>
            <a:ext cx="5562600" cy="415925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75" spcFirstLastPara="1" rIns="92475" wrap="square" tIns="462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 rot="5400000">
            <a:off x="2270096" y="4150635"/>
            <a:ext cx="8142924" cy="1645901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 rot="5400000">
            <a:off x="-1107764" y="2590795"/>
            <a:ext cx="8142924" cy="476558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 rot="5400000">
            <a:off x="819150" y="2700337"/>
            <a:ext cx="6107112" cy="65833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1518603" y="7124859"/>
            <a:ext cx="4647248" cy="840182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6"/>
          <p:cNvSpPr/>
          <p:nvPr>
            <p:ph idx="2" type="pic"/>
          </p:nvPr>
        </p:nvSpPr>
        <p:spPr>
          <a:xfrm>
            <a:off x="1518603" y="910066"/>
            <a:ext cx="4647248" cy="6105207"/>
          </a:xfrm>
          <a:prstGeom prst="rect">
            <a:avLst/>
          </a:prstGeom>
          <a:noFill/>
          <a:ln>
            <a:noFill/>
          </a:ln>
        </p:spPr>
      </p:sp>
      <p:sp>
        <p:nvSpPr>
          <p:cNvPr id="34" name="Google Shape;34;p6"/>
          <p:cNvSpPr txBox="1"/>
          <p:nvPr>
            <p:ph idx="1" type="body"/>
          </p:nvPr>
        </p:nvSpPr>
        <p:spPr>
          <a:xfrm>
            <a:off x="1518603" y="7965042"/>
            <a:ext cx="4647248" cy="1194359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9pPr>
          </a:lstStyle>
          <a:p/>
        </p:txBody>
      </p:sp>
      <p:sp>
        <p:nvSpPr>
          <p:cNvPr id="35" name="Google Shape;35;p6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6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87271" y="405005"/>
            <a:ext cx="2547739" cy="1724832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028244" y="405004"/>
            <a:ext cx="4329900" cy="868610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44500" lvl="0" marL="45720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•"/>
              <a:defRPr sz="3400"/>
            </a:lvl1pPr>
            <a:lvl2pPr indent="-419100" lvl="1" marL="9144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–"/>
              <a:defRPr sz="3000"/>
            </a:lvl2pPr>
            <a:lvl3pPr indent="-393700" lvl="2" marL="13716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3pPr>
            <a:lvl4pPr indent="-361950" lvl="3" marL="1828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4pPr>
            <a:lvl5pPr indent="-361950" lvl="4" marL="22860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5pPr>
            <a:lvl6pPr indent="-361950" lvl="5" marL="2743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6pPr>
            <a:lvl7pPr indent="-361950" lvl="6" marL="3200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7pPr>
            <a:lvl8pPr indent="-361950" lvl="7" marL="3657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8pPr>
            <a:lvl9pPr indent="-361950" lvl="8" marL="41148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sz="2100"/>
            </a:lvl9pPr>
          </a:lstStyle>
          <a:p/>
        </p:txBody>
      </p:sp>
      <p:sp>
        <p:nvSpPr>
          <p:cNvPr id="41" name="Google Shape;41;p7"/>
          <p:cNvSpPr txBox="1"/>
          <p:nvPr>
            <p:ph idx="2" type="body"/>
          </p:nvPr>
        </p:nvSpPr>
        <p:spPr>
          <a:xfrm>
            <a:off x="387271" y="2129835"/>
            <a:ext cx="2547739" cy="6961270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1pPr>
            <a:lvl2pPr indent="-228600" lvl="1" marL="914400" algn="l">
              <a:spcBef>
                <a:spcPts val="26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None/>
              <a:defRPr sz="1300"/>
            </a:lvl2pPr>
            <a:lvl3pPr indent="-228600" lvl="2" marL="1371600" algn="l">
              <a:spcBef>
                <a:spcPts val="2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  <a:defRPr sz="11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Times New Roman"/>
              <a:buNone/>
              <a:defRPr sz="1000"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type="title"/>
          </p:nvPr>
        </p:nvSpPr>
        <p:spPr>
          <a:xfrm>
            <a:off x="387272" y="408179"/>
            <a:ext cx="6970872" cy="16962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" type="body"/>
          </p:nvPr>
        </p:nvSpPr>
        <p:spPr>
          <a:xfrm>
            <a:off x="387271" y="2277542"/>
            <a:ext cx="3422684" cy="949770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 b="1" sz="26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21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900"/>
            </a:lvl3pPr>
            <a:lvl4pPr indent="-22860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4pPr>
            <a:lvl5pPr indent="-22860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5pPr>
            <a:lvl6pPr indent="-22860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6pPr>
            <a:lvl7pPr indent="-22860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7pPr>
            <a:lvl8pPr indent="-22860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8pPr>
            <a:lvl9pPr indent="-22860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9pPr>
          </a:lstStyle>
          <a:p/>
        </p:txBody>
      </p:sp>
      <p:sp>
        <p:nvSpPr>
          <p:cNvPr id="53" name="Google Shape;53;p9"/>
          <p:cNvSpPr txBox="1"/>
          <p:nvPr>
            <p:ph idx="2" type="body"/>
          </p:nvPr>
        </p:nvSpPr>
        <p:spPr>
          <a:xfrm>
            <a:off x="387271" y="3227312"/>
            <a:ext cx="3422684" cy="586379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9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54" name="Google Shape;54;p9"/>
          <p:cNvSpPr txBox="1"/>
          <p:nvPr>
            <p:ph idx="3" type="body"/>
          </p:nvPr>
        </p:nvSpPr>
        <p:spPr>
          <a:xfrm>
            <a:off x="3935462" y="2277542"/>
            <a:ext cx="3422683" cy="949770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 b="1" sz="2600"/>
            </a:lvl1pPr>
            <a:lvl2pPr indent="-22860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b="1" sz="2100"/>
            </a:lvl2pPr>
            <a:lvl3pPr indent="-22860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b="1" sz="1900"/>
            </a:lvl3pPr>
            <a:lvl4pPr indent="-22860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4pPr>
            <a:lvl5pPr indent="-22860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5pPr>
            <a:lvl6pPr indent="-22860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6pPr>
            <a:lvl7pPr indent="-22860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7pPr>
            <a:lvl8pPr indent="-22860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8pPr>
            <a:lvl9pPr indent="-22860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b="1" sz="1700"/>
            </a:lvl9pPr>
          </a:lstStyle>
          <a:p/>
        </p:txBody>
      </p:sp>
      <p:sp>
        <p:nvSpPr>
          <p:cNvPr id="55" name="Google Shape;55;p9"/>
          <p:cNvSpPr txBox="1"/>
          <p:nvPr>
            <p:ph idx="4" type="body"/>
          </p:nvPr>
        </p:nvSpPr>
        <p:spPr>
          <a:xfrm>
            <a:off x="3935462" y="3227312"/>
            <a:ext cx="3422683" cy="586379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93700" lvl="0" marL="4572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sz="2600"/>
            </a:lvl1pPr>
            <a:lvl2pPr indent="-361950" lvl="1" marL="9144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sz="2100"/>
            </a:lvl2pPr>
            <a:lvl3pPr indent="-349250" lvl="2" marL="1371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•"/>
              <a:defRPr sz="1900"/>
            </a:lvl3pPr>
            <a:lvl4pPr indent="-336550" lvl="3" marL="1828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–"/>
              <a:defRPr sz="1700"/>
            </a:lvl4pPr>
            <a:lvl5pPr indent="-336550" lvl="4" marL="22860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5pPr>
            <a:lvl6pPr indent="-336550" lvl="5" marL="27432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6pPr>
            <a:lvl7pPr indent="-336550" lvl="6" marL="32004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7pPr>
            <a:lvl8pPr indent="-336550" lvl="7" marL="3657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8pPr>
            <a:lvl9pPr indent="-336550" lvl="8" marL="41148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Char char="»"/>
              <a:defRPr sz="1700"/>
            </a:lvl9pPr>
          </a:lstStyle>
          <a:p/>
        </p:txBody>
      </p:sp>
      <p:sp>
        <p:nvSpPr>
          <p:cNvPr id="56" name="Google Shape;56;p9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9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9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0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0"/>
          <p:cNvSpPr txBox="1"/>
          <p:nvPr>
            <p:ph idx="1" type="body"/>
          </p:nvPr>
        </p:nvSpPr>
        <p:spPr>
          <a:xfrm>
            <a:off x="580907" y="2938251"/>
            <a:ext cx="3205740" cy="6106796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  <a:defRPr sz="30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9pPr>
          </a:lstStyle>
          <a:p/>
        </p:txBody>
      </p:sp>
      <p:sp>
        <p:nvSpPr>
          <p:cNvPr id="62" name="Google Shape;62;p10"/>
          <p:cNvSpPr txBox="1"/>
          <p:nvPr>
            <p:ph idx="2" type="body"/>
          </p:nvPr>
        </p:nvSpPr>
        <p:spPr>
          <a:xfrm>
            <a:off x="3958767" y="2938251"/>
            <a:ext cx="3205740" cy="6106796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19100" lvl="0" marL="45720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•"/>
              <a:defRPr sz="3000"/>
            </a:lvl1pPr>
            <a:lvl2pPr indent="-393700" lvl="1" marL="91440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–"/>
              <a:defRPr sz="2600"/>
            </a:lvl2pPr>
            <a:lvl3pPr indent="-361950" lvl="2" marL="13716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•"/>
              <a:defRPr sz="2100"/>
            </a:lvl3pPr>
            <a:lvl4pPr indent="-349250" lvl="3" marL="1828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–"/>
              <a:defRPr sz="1900"/>
            </a:lvl4pPr>
            <a:lvl5pPr indent="-349250" lvl="4" marL="22860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5pPr>
            <a:lvl6pPr indent="-349250" lvl="5" marL="27432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6pPr>
            <a:lvl7pPr indent="-349250" lvl="6" marL="3200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7pPr>
            <a:lvl8pPr indent="-349250" lvl="7" marL="36576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8pPr>
            <a:lvl9pPr indent="-349250" lvl="8" marL="41148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Char char="»"/>
              <a:defRPr sz="1900"/>
            </a:lvl9pPr>
          </a:lstStyle>
          <a:p/>
        </p:txBody>
      </p:sp>
      <p:sp>
        <p:nvSpPr>
          <p:cNvPr id="63" name="Google Shape;63;p10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0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1"/>
          <p:cNvSpPr txBox="1"/>
          <p:nvPr>
            <p:ph type="title"/>
          </p:nvPr>
        </p:nvSpPr>
        <p:spPr>
          <a:xfrm>
            <a:off x="611387" y="6540388"/>
            <a:ext cx="6583601" cy="2020245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sz="4300" cap="none"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1"/>
          <p:cNvSpPr txBox="1"/>
          <p:nvPr>
            <p:ph idx="1" type="body"/>
          </p:nvPr>
        </p:nvSpPr>
        <p:spPr>
          <a:xfrm>
            <a:off x="611387" y="4313672"/>
            <a:ext cx="6583601" cy="2226717"/>
          </a:xfrm>
          <a:prstGeom prst="rect">
            <a:avLst/>
          </a:prstGeom>
          <a:noFill/>
          <a:ln>
            <a:noFill/>
          </a:ln>
        </p:spPr>
        <p:txBody>
          <a:bodyPr anchorCtr="0" anchor="b" bIns="49125" lIns="98275" spcFirstLastPara="1" rIns="98275" wrap="square" tIns="49125">
            <a:noAutofit/>
          </a:bodyPr>
          <a:lstStyle>
            <a:lvl1pPr indent="-228600" lvl="0" marL="45720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 sz="2100"/>
            </a:lvl1pPr>
            <a:lvl2pPr indent="-228600" lvl="1" marL="914400" algn="l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Times New Roman"/>
              <a:buNone/>
              <a:defRPr sz="1900"/>
            </a:lvl2pPr>
            <a:lvl3pPr indent="-228600" lvl="2" marL="137160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Times New Roman"/>
              <a:buNone/>
              <a:defRPr sz="1700"/>
            </a:lvl3pPr>
            <a:lvl4pPr indent="-2286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4pPr>
            <a:lvl5pPr indent="-2286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5pPr>
            <a:lvl6pPr indent="-2286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6pPr>
            <a:lvl7pPr indent="-2286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7pPr>
            <a:lvl8pPr indent="-2286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8pPr>
            <a:lvl9pPr indent="-2286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sz="1500"/>
            </a:lvl9pPr>
          </a:lstStyle>
          <a:p/>
        </p:txBody>
      </p:sp>
      <p:sp>
        <p:nvSpPr>
          <p:cNvPr id="69" name="Google Shape;69;p11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2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12"/>
          <p:cNvSpPr txBox="1"/>
          <p:nvPr>
            <p:ph idx="1" type="body"/>
          </p:nvPr>
        </p:nvSpPr>
        <p:spPr>
          <a:xfrm>
            <a:off x="581025" y="2938462"/>
            <a:ext cx="6583362" cy="610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9pPr>
          </a:lstStyle>
          <a:p/>
        </p:txBody>
      </p:sp>
      <p:sp>
        <p:nvSpPr>
          <p:cNvPr id="75" name="Google Shape;75;p12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3"/>
          <p:cNvSpPr txBox="1"/>
          <p:nvPr>
            <p:ph type="ctrTitle"/>
          </p:nvPr>
        </p:nvSpPr>
        <p:spPr>
          <a:xfrm>
            <a:off x="580908" y="3162195"/>
            <a:ext cx="6583601" cy="218065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1" type="subTitle"/>
          </p:nvPr>
        </p:nvSpPr>
        <p:spPr>
          <a:xfrm>
            <a:off x="1161813" y="5766914"/>
            <a:ext cx="5421789" cy="2601543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ctr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/>
            </a:lvl1pPr>
            <a:lvl2pPr lvl="1" algn="ctr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None/>
              <a:defRPr/>
            </a:lvl2pPr>
            <a:lvl3pPr lvl="2" algn="ctr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  <a:defRPr/>
            </a:lvl3pPr>
            <a:lvl4pPr lvl="3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4pPr>
            <a:lvl5pPr lvl="4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5pPr>
            <a:lvl6pPr lvl="5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6pPr>
            <a:lvl7pPr lvl="6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7pPr>
            <a:lvl8pPr lvl="7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8pPr>
            <a:lvl9pPr lvl="8" algn="ctr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None/>
              <a:defRPr/>
            </a:lvl9pPr>
          </a:lstStyle>
          <a:p/>
        </p:txBody>
      </p:sp>
      <p:sp>
        <p:nvSpPr>
          <p:cNvPr id="81" name="Google Shape;81;p13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3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581025" y="901700"/>
            <a:ext cx="6583362" cy="1697037"/>
          </a:xfrm>
          <a:prstGeom prst="rect">
            <a:avLst/>
          </a:prstGeom>
          <a:noFill/>
          <a:ln>
            <a:noFill/>
          </a:ln>
        </p:spPr>
        <p:txBody>
          <a:bodyPr anchorCtr="0" anchor="ctr" bIns="49125" lIns="98275" spcFirstLastPara="1" rIns="98275" wrap="square" tIns="4912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4700" u="none" cap="none" strike="noStrike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581025" y="2938462"/>
            <a:ext cx="6583362" cy="610711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-444500" lvl="0" marL="457200" marR="0" rtl="0" algn="l">
              <a:spcBef>
                <a:spcPts val="68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Char char="•"/>
              <a:defRPr b="0" i="0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419100" lvl="1" marL="914400" marR="0" rtl="0" algn="l"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Times New Roman"/>
              <a:buChar char="–"/>
              <a:defRPr b="0" i="0" sz="3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393700" lvl="2" marL="1371600" marR="0" rtl="0" algn="l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Char char="•"/>
              <a:defRPr b="0" i="0" sz="2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361950" lvl="3" marL="18288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–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361950" lvl="4" marL="22860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361950" lvl="5" marL="27432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361950" lvl="6" marL="32004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361950" lvl="7" marL="36576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361950" lvl="8" marL="4114800" marR="0" rtl="0" algn="l">
              <a:spcBef>
                <a:spcPts val="42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Times New Roman"/>
              <a:buChar char="»"/>
              <a:defRPr b="0" i="0" sz="2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0" type="dt"/>
          </p:nvPr>
        </p:nvSpPr>
        <p:spPr>
          <a:xfrm>
            <a:off x="581025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2646362" y="9275762"/>
            <a:ext cx="2452687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2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5551487" y="9275762"/>
            <a:ext cx="1612900" cy="677862"/>
          </a:xfrm>
          <a:prstGeom prst="rect">
            <a:avLst/>
          </a:prstGeom>
          <a:noFill/>
          <a:ln>
            <a:noFill/>
          </a:ln>
        </p:spPr>
        <p:txBody>
          <a:bodyPr anchorCtr="0" anchor="t" bIns="49125" lIns="98275" spcFirstLastPara="1" rIns="98275" wrap="square" tIns="491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Times New Roman"/>
              <a:buNone/>
              <a:defRPr b="0" i="0" sz="15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8250" y="904875"/>
            <a:ext cx="1491450" cy="11025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90" name="Google Shape;90;p1"/>
          <p:cNvGrpSpPr/>
          <p:nvPr/>
        </p:nvGrpSpPr>
        <p:grpSpPr>
          <a:xfrm>
            <a:off x="500379" y="2007471"/>
            <a:ext cx="1747203" cy="7423249"/>
            <a:chOff x="2864594" y="1848371"/>
            <a:chExt cx="1746330" cy="7128828"/>
          </a:xfrm>
        </p:grpSpPr>
        <p:sp>
          <p:nvSpPr>
            <p:cNvPr id="91" name="Google Shape;91;p1"/>
            <p:cNvSpPr txBox="1"/>
            <p:nvPr/>
          </p:nvSpPr>
          <p:spPr>
            <a:xfrm>
              <a:off x="2864594" y="1848371"/>
              <a:ext cx="1656300" cy="361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9125" lIns="98275" spcFirstLastPara="1" rIns="98275" wrap="square" tIns="49125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99"/>
                </a:buClr>
                <a:buSzPts val="1800"/>
                <a:buFont typeface="Arial"/>
                <a:buNone/>
              </a:pPr>
              <a:r>
                <a:rPr b="1" i="0" lang="en-US" sz="1800" u="none" cap="none" strike="noStrike">
                  <a:solidFill>
                    <a:srgbClr val="262699"/>
                  </a:solidFill>
                  <a:latin typeface="Arial"/>
                  <a:ea typeface="Arial"/>
                  <a:cs typeface="Arial"/>
                  <a:sym typeface="Arial"/>
                </a:rPr>
                <a:t> I</a:t>
              </a:r>
              <a:endParaRPr/>
            </a:p>
          </p:txBody>
        </p:sp>
        <p:sp>
          <p:nvSpPr>
            <p:cNvPr id="92" name="Google Shape;92;p1"/>
            <p:cNvSpPr txBox="1"/>
            <p:nvPr/>
          </p:nvSpPr>
          <p:spPr>
            <a:xfrm>
              <a:off x="2945156" y="2381165"/>
              <a:ext cx="1585200" cy="462600"/>
            </a:xfrm>
            <a:prstGeom prst="rect">
              <a:avLst/>
            </a:prstGeom>
            <a:solidFill>
              <a:srgbClr val="0E1B58"/>
            </a:solidFill>
            <a:ln>
              <a:noFill/>
            </a:ln>
          </p:spPr>
          <p:txBody>
            <a:bodyPr anchorCtr="0" anchor="t" bIns="0" lIns="39300" spcFirstLastPara="1" rIns="0" wrap="square" tIns="34375">
              <a:noAutofit/>
            </a:bodyPr>
            <a:lstStyle/>
            <a:p>
              <a:pPr indent="0" lvl="0" marL="0" marR="0" rtl="1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400"/>
                <a:buFont typeface="Arial"/>
                <a:buNone/>
              </a:pPr>
              <a:r>
                <a:rPr b="1" lang="en-US" sz="2400">
                  <a:solidFill>
                    <a:schemeClr val="lt1"/>
                  </a:solidFill>
                </a:rPr>
                <a:t>2011</a:t>
              </a:r>
              <a:endParaRPr/>
            </a:p>
          </p:txBody>
        </p:sp>
        <p:grpSp>
          <p:nvGrpSpPr>
            <p:cNvPr id="93" name="Google Shape;93;p1"/>
            <p:cNvGrpSpPr/>
            <p:nvPr/>
          </p:nvGrpSpPr>
          <p:grpSpPr>
            <a:xfrm>
              <a:off x="2926253" y="3000372"/>
              <a:ext cx="1684671" cy="5976827"/>
              <a:chOff x="2926253" y="3610402"/>
              <a:chExt cx="1684671" cy="4978200"/>
            </a:xfrm>
          </p:grpSpPr>
          <p:sp>
            <p:nvSpPr>
              <p:cNvPr id="94" name="Google Shape;94;p1"/>
              <p:cNvSpPr txBox="1"/>
              <p:nvPr/>
            </p:nvSpPr>
            <p:spPr>
              <a:xfrm rot="-5400000">
                <a:off x="976853" y="5742491"/>
                <a:ext cx="4613400" cy="714600"/>
              </a:xfrm>
              <a:prstGeom prst="rect">
                <a:avLst/>
              </a:prstGeom>
              <a:solidFill>
                <a:srgbClr val="D9D9D9"/>
              </a:solidFill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2000"/>
                  <a:buFont typeface="Arial"/>
                  <a:buNone/>
                </a:pPr>
                <a:r>
                  <a:rPr b="1" lang="en-US" sz="2000">
                    <a:solidFill>
                      <a:srgbClr val="262699"/>
                    </a:solidFill>
                  </a:rPr>
                  <a:t>DIRECCIÓN DE ASUNTOS JURÍDICO CONVENIOS VARIOS 2011</a:t>
                </a:r>
                <a:endParaRPr/>
              </a:p>
            </p:txBody>
          </p:sp>
          <p:sp>
            <p:nvSpPr>
              <p:cNvPr id="95" name="Google Shape;95;p1"/>
              <p:cNvSpPr txBox="1"/>
              <p:nvPr/>
            </p:nvSpPr>
            <p:spPr>
              <a:xfrm rot="-5400000">
                <a:off x="1856774" y="5834452"/>
                <a:ext cx="4978200" cy="530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sp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lang="en-US">
                    <a:solidFill>
                      <a:srgbClr val="262699"/>
                    </a:solidFill>
                  </a:rPr>
                  <a:t>      </a:t>
                </a:r>
                <a:endParaRPr>
                  <a:solidFill>
                    <a:srgbClr val="262699"/>
                  </a:solidFill>
                </a:endParaRPr>
              </a:p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262699"/>
                  </a:buClr>
                  <a:buSzPts val="1400"/>
                  <a:buFont typeface="Arial"/>
                  <a:buNone/>
                </a:pPr>
                <a:r>
                  <a:rPr lang="en-US">
                    <a:solidFill>
                      <a:srgbClr val="262699"/>
                    </a:solidFill>
                  </a:rPr>
                  <a:t>             DIRECCIÓN DE ASUNTOS </a:t>
                </a:r>
                <a:r>
                  <a:rPr lang="en-US">
                    <a:solidFill>
                      <a:srgbClr val="262699"/>
                    </a:solidFill>
                  </a:rPr>
                  <a:t>JURÍDICOS</a:t>
                </a:r>
                <a:r>
                  <a:rPr lang="en-US">
                    <a:solidFill>
                      <a:srgbClr val="262699"/>
                    </a:solidFill>
                  </a:rPr>
                  <a:t> </a:t>
                </a:r>
                <a:endParaRPr/>
              </a:p>
            </p:txBody>
          </p:sp>
          <p:cxnSp>
            <p:nvCxnSpPr>
              <p:cNvPr id="96" name="Google Shape;96;p1"/>
              <p:cNvCxnSpPr/>
              <p:nvPr/>
            </p:nvCxnSpPr>
            <p:spPr>
              <a:xfrm flipH="1">
                <a:off x="4016556" y="3814593"/>
                <a:ext cx="15900" cy="4569900"/>
              </a:xfrm>
              <a:prstGeom prst="straightConnector1">
                <a:avLst/>
              </a:prstGeom>
              <a:noFill/>
              <a:ln cap="flat" cmpd="dbl" w="38100">
                <a:solidFill>
                  <a:srgbClr val="0066FF"/>
                </a:solidFill>
                <a:prstDash val="solid"/>
                <a:miter lim="800000"/>
                <a:headEnd len="med" w="med" type="none"/>
                <a:tailEnd len="med" w="med" type="none"/>
              </a:ln>
            </p:spPr>
          </p:cxnSp>
          <p:sp>
            <p:nvSpPr>
              <p:cNvPr id="97" name="Google Shape;97;p1"/>
              <p:cNvSpPr txBox="1"/>
              <p:nvPr/>
            </p:nvSpPr>
            <p:spPr>
              <a:xfrm rot="-5400000">
                <a:off x="1747475" y="5883613"/>
                <a:ext cx="4106400" cy="4320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49125" lIns="98275" spcFirstLastPara="1" rIns="98275" wrap="square" tIns="49125">
                <a:noAutofit/>
              </a:bodyPr>
              <a:lstStyle/>
              <a:p>
                <a:pPr indent="0" lvl="0" marL="0" marR="0" rtl="1" algn="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600"/>
                  <a:buFont typeface="Arial"/>
                  <a:buNone/>
                </a:pPr>
                <a:r>
                  <a:rPr b="1" lang="en-US" sz="1100">
                    <a:solidFill>
                      <a:schemeClr val="dk1"/>
                    </a:solidFill>
                  </a:rPr>
                  <a:t>SECRETARIA DE INFRAESTRUCTURA </a:t>
                </a:r>
                <a:r>
                  <a:rPr b="1" i="0" lang="en-US" sz="1100" u="none" cap="none" strike="noStrike">
                    <a:solidFill>
                      <a:schemeClr val="dk1"/>
                    </a:solidFill>
                    <a:latin typeface="Arial"/>
                    <a:ea typeface="Arial"/>
                    <a:cs typeface="Arial"/>
                    <a:sym typeface="Arial"/>
                  </a:rPr>
                  <a:t> CONECTIVIDAD Y MOVILIDAD</a:t>
                </a:r>
                <a:endParaRPr sz="1100"/>
              </a:p>
            </p:txBody>
          </p:sp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Diseño predeterminado">
  <a:themeElements>
    <a:clrScheme name="Diseño predeterminad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2001-10-08T15:16:16Z</dcterms:created>
  <dc:creator>Leoncio Avilés</dc:creator>
</cp:coreProperties>
</file>