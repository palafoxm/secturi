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177450" cx="7745400"/>
  <p:notesSz cx="6950075" cy="92360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6">
          <p15:clr>
            <a:srgbClr val="000000"/>
          </p15:clr>
        </p15:guide>
        <p15:guide id="2" pos="2485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imwdigWiF6zTBOL0Cwl2yMlEK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6" orient="horz"/>
        <p:guide pos="248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7000" y="0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155825" y="690562"/>
            <a:ext cx="2638425" cy="3465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7" y="4386262"/>
            <a:ext cx="5562600" cy="415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525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7000" y="8772525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937000" y="8772525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155825" y="690562"/>
            <a:ext cx="2638425" cy="3465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93737" y="4386262"/>
            <a:ext cx="5562600" cy="415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c9802d69a_0_37:notes"/>
          <p:cNvSpPr txBox="1"/>
          <p:nvPr/>
        </p:nvSpPr>
        <p:spPr>
          <a:xfrm>
            <a:off x="3937000" y="8772525"/>
            <a:ext cx="3011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8" name="Google Shape;118;g22c9802d69a_0_37:notes"/>
          <p:cNvSpPr/>
          <p:nvPr>
            <p:ph idx="2" type="sldImg"/>
          </p:nvPr>
        </p:nvSpPr>
        <p:spPr>
          <a:xfrm>
            <a:off x="2155825" y="690562"/>
            <a:ext cx="2638500" cy="346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g22c9802d69a_0_37:notes"/>
          <p:cNvSpPr txBox="1"/>
          <p:nvPr>
            <p:ph idx="1" type="body"/>
          </p:nvPr>
        </p:nvSpPr>
        <p:spPr>
          <a:xfrm>
            <a:off x="693737" y="4386262"/>
            <a:ext cx="55626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c9802d69a_0_6:notes"/>
          <p:cNvSpPr txBox="1"/>
          <p:nvPr/>
        </p:nvSpPr>
        <p:spPr>
          <a:xfrm>
            <a:off x="3937000" y="8772525"/>
            <a:ext cx="3011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g22c9802d69a_0_6:notes"/>
          <p:cNvSpPr/>
          <p:nvPr>
            <p:ph idx="2" type="sldImg"/>
          </p:nvPr>
        </p:nvSpPr>
        <p:spPr>
          <a:xfrm>
            <a:off x="2155825" y="690562"/>
            <a:ext cx="2638500" cy="346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22c9802d69a_0_6:notes"/>
          <p:cNvSpPr txBox="1"/>
          <p:nvPr>
            <p:ph idx="1" type="body"/>
          </p:nvPr>
        </p:nvSpPr>
        <p:spPr>
          <a:xfrm>
            <a:off x="693737" y="4386262"/>
            <a:ext cx="55626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 rot="5400000">
            <a:off x="2270096" y="4150635"/>
            <a:ext cx="8142924" cy="1645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 rot="5400000">
            <a:off x="-1107764" y="2590795"/>
            <a:ext cx="8142924" cy="476558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 rot="5400000">
            <a:off x="819150" y="2700337"/>
            <a:ext cx="6107112" cy="658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1518603" y="7124859"/>
            <a:ext cx="4647248" cy="840182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/>
          <p:nvPr>
            <p:ph idx="2" type="pic"/>
          </p:nvPr>
        </p:nvSpPr>
        <p:spPr>
          <a:xfrm>
            <a:off x="1518603" y="910066"/>
            <a:ext cx="4647248" cy="6105207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1518603" y="7965042"/>
            <a:ext cx="4647248" cy="11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87271" y="405005"/>
            <a:ext cx="2547739" cy="1724832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028244" y="405004"/>
            <a:ext cx="4329900" cy="868610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•"/>
              <a:defRPr sz="34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–"/>
              <a:defRPr sz="30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387271" y="2129835"/>
            <a:ext cx="2547739" cy="696127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387272" y="408179"/>
            <a:ext cx="6970872" cy="1696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387271" y="2277542"/>
            <a:ext cx="3422684" cy="949770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  <a:defRPr b="1" sz="26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sz="21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900"/>
            </a:lvl3pPr>
            <a:lvl4pPr indent="-22860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4pPr>
            <a:lvl5pPr indent="-22860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5pPr>
            <a:lvl6pPr indent="-22860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6pPr>
            <a:lvl7pPr indent="-22860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7pPr>
            <a:lvl8pPr indent="-22860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8pPr>
            <a:lvl9pPr indent="-22860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387271" y="3227312"/>
            <a:ext cx="3422684" cy="5863795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9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3935462" y="2277542"/>
            <a:ext cx="3422683" cy="949770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  <a:defRPr b="1" sz="26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sz="21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900"/>
            </a:lvl3pPr>
            <a:lvl4pPr indent="-22860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4pPr>
            <a:lvl5pPr indent="-22860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5pPr>
            <a:lvl6pPr indent="-22860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6pPr>
            <a:lvl7pPr indent="-22860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7pPr>
            <a:lvl8pPr indent="-22860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8pPr>
            <a:lvl9pPr indent="-22860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9pPr>
          </a:lstStyle>
          <a:p/>
        </p:txBody>
      </p:sp>
      <p:sp>
        <p:nvSpPr>
          <p:cNvPr id="55" name="Google Shape;55;p9"/>
          <p:cNvSpPr txBox="1"/>
          <p:nvPr>
            <p:ph idx="4" type="body"/>
          </p:nvPr>
        </p:nvSpPr>
        <p:spPr>
          <a:xfrm>
            <a:off x="3935462" y="3227312"/>
            <a:ext cx="3422683" cy="5863795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9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80907" y="2938251"/>
            <a:ext cx="3205740" cy="6106796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  <a:defRPr sz="3000"/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sz="2600"/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21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958767" y="2938251"/>
            <a:ext cx="3205740" cy="6106796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  <a:defRPr sz="3000"/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sz="2600"/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21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11387" y="6540388"/>
            <a:ext cx="6583601" cy="202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3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611387" y="4313672"/>
            <a:ext cx="6583601" cy="2226717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sz="2100"/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sz="1900"/>
            </a:lvl2pPr>
            <a:lvl3pPr indent="-22860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81025" y="2938462"/>
            <a:ext cx="6583362" cy="610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ctrTitle"/>
          </p:nvPr>
        </p:nvSpPr>
        <p:spPr>
          <a:xfrm>
            <a:off x="580908" y="3162195"/>
            <a:ext cx="6583601" cy="2180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1161813" y="5766914"/>
            <a:ext cx="5421789" cy="2601543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/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  <a:defRPr/>
            </a:lvl2pPr>
            <a:lvl3pPr lvl="2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  <a:defRPr/>
            </a:lvl3pPr>
            <a:lvl4pPr lvl="3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4pPr>
            <a:lvl5pPr lvl="4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5pPr>
            <a:lvl6pPr lvl="5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6pPr>
            <a:lvl7pPr lvl="6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7pPr>
            <a:lvl8pPr lvl="7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8pPr>
            <a:lvl9pPr lvl="8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581025" y="2938462"/>
            <a:ext cx="6583362" cy="610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44500" lvl="0" marL="4572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•"/>
              <a:defRPr b="0" i="0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–"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1950" lvl="3" marL="18288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1950" lvl="4" marL="22860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61950" lvl="5" marL="27432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61950" lvl="6" marL="3200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61950" lvl="7" marL="36576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61950" lvl="8" marL="41148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284239" y="738190"/>
            <a:ext cx="2159063" cy="9180576"/>
            <a:chOff x="2648570" y="408211"/>
            <a:chExt cx="2157984" cy="9180576"/>
          </a:xfrm>
        </p:grpSpPr>
        <p:pic>
          <p:nvPicPr>
            <p:cNvPr descr="UTAPE_6-lomo.jpg" id="90" name="Google Shape;90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8570" y="408211"/>
              <a:ext cx="2157984" cy="9180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"/>
            <p:cNvSpPr txBox="1"/>
            <p:nvPr/>
          </p:nvSpPr>
          <p:spPr>
            <a:xfrm>
              <a:off x="2864594" y="1848371"/>
              <a:ext cx="1656184" cy="376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TOMO I</a:t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2935686" y="2301165"/>
              <a:ext cx="1585092" cy="462564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/>
            </a:p>
          </p:txBody>
        </p:sp>
        <p:grpSp>
          <p:nvGrpSpPr>
            <p:cNvPr id="93" name="Google Shape;93;p1"/>
            <p:cNvGrpSpPr/>
            <p:nvPr/>
          </p:nvGrpSpPr>
          <p:grpSpPr>
            <a:xfrm>
              <a:off x="2926253" y="3000498"/>
              <a:ext cx="1469254" cy="5976664"/>
              <a:chOff x="2926253" y="3610520"/>
              <a:chExt cx="1469254" cy="4978082"/>
            </a:xfrm>
          </p:grpSpPr>
          <p:sp>
            <p:nvSpPr>
              <p:cNvPr id="94" name="Google Shape;94;p1"/>
              <p:cNvSpPr txBox="1"/>
              <p:nvPr/>
            </p:nvSpPr>
            <p:spPr>
              <a:xfrm rot="-5400000">
                <a:off x="1026503" y="5692841"/>
                <a:ext cx="4613400" cy="8139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Atención a requerimientos en materia archivística  </a:t>
                </a:r>
                <a:endParaRPr/>
              </a:p>
            </p:txBody>
          </p:sp>
          <p:sp>
            <p:nvSpPr>
              <p:cNvPr id="95" name="Google Shape;95;p1"/>
              <p:cNvSpPr txBox="1"/>
              <p:nvPr/>
            </p:nvSpPr>
            <p:spPr>
              <a:xfrm rot="-5400000">
                <a:off x="1749124" y="5942220"/>
                <a:ext cx="4978082" cy="314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Nombre del Área</a:t>
                </a:r>
                <a:endParaRPr/>
              </a:p>
            </p:txBody>
          </p:sp>
          <p:cxnSp>
            <p:nvCxnSpPr>
              <p:cNvPr id="96" name="Google Shape;96;p1"/>
              <p:cNvCxnSpPr/>
              <p:nvPr/>
            </p:nvCxnSpPr>
            <p:spPr>
              <a:xfrm flipH="1">
                <a:off x="4016607" y="3814593"/>
                <a:ext cx="15849" cy="4569936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97" name="Google Shape;97;p1"/>
              <p:cNvSpPr txBox="1"/>
              <p:nvPr/>
            </p:nvSpPr>
            <p:spPr>
              <a:xfrm rot="-5400000">
                <a:off x="1747389" y="5883594"/>
                <a:ext cx="4106504" cy="431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UTAPE.0/4.1/0.0-01/2022 </a:t>
                </a:r>
                <a:endParaRPr/>
              </a:p>
            </p:txBody>
          </p:sp>
        </p:grpSp>
      </p:grpSp>
      <p:sp>
        <p:nvSpPr>
          <p:cNvPr id="98" name="Google Shape;98;p1"/>
          <p:cNvSpPr txBox="1"/>
          <p:nvPr/>
        </p:nvSpPr>
        <p:spPr>
          <a:xfrm>
            <a:off x="2325687" y="47625"/>
            <a:ext cx="53641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Formato para lomos de carpeta</a:t>
            </a:r>
            <a:endParaRPr/>
          </a:p>
        </p:txBody>
      </p:sp>
      <p:grpSp>
        <p:nvGrpSpPr>
          <p:cNvPr id="99" name="Google Shape;99;p1"/>
          <p:cNvGrpSpPr/>
          <p:nvPr/>
        </p:nvGrpSpPr>
        <p:grpSpPr>
          <a:xfrm>
            <a:off x="3590925" y="738187"/>
            <a:ext cx="1577975" cy="9180512"/>
            <a:chOff x="3479410" y="495300"/>
            <a:chExt cx="1578680" cy="9180576"/>
          </a:xfrm>
        </p:grpSpPr>
        <p:pic>
          <p:nvPicPr>
            <p:cNvPr descr="UTAPE_4-lomo.jpg" id="100" name="Google Shape;10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4674" y="495300"/>
              <a:ext cx="1438656" cy="9180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"/>
            <p:cNvSpPr txBox="1"/>
            <p:nvPr/>
          </p:nvSpPr>
          <p:spPr>
            <a:xfrm>
              <a:off x="3479410" y="1704355"/>
              <a:ext cx="1578680" cy="358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TOMO I</a:t>
              </a:r>
              <a:endParaRPr/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3724447" y="2208411"/>
              <a:ext cx="1156372" cy="440918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/>
            </a:p>
          </p:txBody>
        </p:sp>
        <p:sp>
          <p:nvSpPr>
            <p:cNvPr id="103" name="Google Shape;103;p1"/>
            <p:cNvSpPr txBox="1"/>
            <p:nvPr/>
          </p:nvSpPr>
          <p:spPr>
            <a:xfrm rot="-5400000">
              <a:off x="1419819" y="5771302"/>
              <a:ext cx="5049872" cy="412934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Atención a requerimientos en materia archivística  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 rot="-5400000">
              <a:off x="1951594" y="5820026"/>
              <a:ext cx="5665848" cy="31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Dirección de Archivo de Trámite</a:t>
              </a:r>
              <a:endParaRPr/>
            </a:p>
          </p:txBody>
        </p:sp>
        <p:cxnSp>
          <p:nvCxnSpPr>
            <p:cNvPr id="105" name="Google Shape;105;p1"/>
            <p:cNvCxnSpPr/>
            <p:nvPr/>
          </p:nvCxnSpPr>
          <p:spPr>
            <a:xfrm flipH="1">
              <a:off x="4567432" y="3376782"/>
              <a:ext cx="15529" cy="5201313"/>
            </a:xfrm>
            <a:prstGeom prst="straightConnector1">
              <a:avLst/>
            </a:prstGeom>
            <a:noFill/>
            <a:ln cap="flat" cmpd="dbl" w="38100">
              <a:solidFill>
                <a:srgbClr val="0066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6" name="Google Shape;106;p1"/>
            <p:cNvSpPr txBox="1"/>
            <p:nvPr/>
          </p:nvSpPr>
          <p:spPr>
            <a:xfrm rot="-5400000">
              <a:off x="2046063" y="5752964"/>
              <a:ext cx="4593456" cy="449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UTAPE.0/4.1/0.0-01/2022 </a:t>
              </a:r>
              <a:endParaRPr/>
            </a:p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Dirección General del Archivo General del Poder Ejecutivo</a:t>
              </a:r>
              <a:endParaRPr/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6162675" y="696912"/>
            <a:ext cx="1238249" cy="9180512"/>
            <a:chOff x="5297995" y="808774"/>
            <a:chExt cx="1239004" cy="9180513"/>
          </a:xfrm>
        </p:grpSpPr>
        <p:grpSp>
          <p:nvGrpSpPr>
            <p:cNvPr id="108" name="Google Shape;108;p1"/>
            <p:cNvGrpSpPr/>
            <p:nvPr/>
          </p:nvGrpSpPr>
          <p:grpSpPr>
            <a:xfrm>
              <a:off x="5297995" y="808774"/>
              <a:ext cx="1239004" cy="9180513"/>
              <a:chOff x="3422396" y="495300"/>
              <a:chExt cx="957877" cy="9180576"/>
            </a:xfrm>
          </p:grpSpPr>
          <p:pic>
            <p:nvPicPr>
              <p:cNvPr descr="UTAPE_2-lomo.jpg" id="109" name="Google Shape;109;p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422396" y="495300"/>
                <a:ext cx="902208" cy="91805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" name="Google Shape;110;p1"/>
              <p:cNvSpPr txBox="1"/>
              <p:nvPr/>
            </p:nvSpPr>
            <p:spPr>
              <a:xfrm>
                <a:off x="3440659" y="1344315"/>
                <a:ext cx="864096" cy="314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TOMO I</a:t>
                </a:r>
                <a:endParaRPr/>
              </a:p>
            </p:txBody>
          </p:sp>
          <p:sp>
            <p:nvSpPr>
              <p:cNvPr id="111" name="Google Shape;111;p1"/>
              <p:cNvSpPr txBox="1"/>
              <p:nvPr/>
            </p:nvSpPr>
            <p:spPr>
              <a:xfrm>
                <a:off x="3463693" y="1986665"/>
                <a:ext cx="819614" cy="437770"/>
              </a:xfrm>
              <a:prstGeom prst="rect">
                <a:avLst/>
              </a:prstGeom>
              <a:solidFill>
                <a:srgbClr val="0E1B58"/>
              </a:solidFill>
              <a:ln>
                <a:noFill/>
              </a:ln>
            </p:spPr>
            <p:txBody>
              <a:bodyPr anchorCtr="0" anchor="t" bIns="0" lIns="39300" spcFirstLastPara="1" rIns="0" wrap="square" tIns="3437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2022</a:t>
                </a:r>
                <a:endParaRPr/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 rot="-5400000">
                <a:off x="874747" y="5615654"/>
                <a:ext cx="6696744" cy="314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Nombre del Área</a:t>
                </a:r>
                <a:endParaRPr/>
              </a:p>
            </p:txBody>
          </p:sp>
          <p:cxnSp>
            <p:nvCxnSpPr>
              <p:cNvPr id="113" name="Google Shape;113;p1"/>
              <p:cNvCxnSpPr/>
              <p:nvPr/>
            </p:nvCxnSpPr>
            <p:spPr>
              <a:xfrm flipH="1">
                <a:off x="4088793" y="2698964"/>
                <a:ext cx="13134" cy="6147687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4" name="Google Shape;114;p1"/>
              <p:cNvSpPr txBox="1"/>
              <p:nvPr/>
            </p:nvSpPr>
            <p:spPr>
              <a:xfrm rot="-5400000">
                <a:off x="1154203" y="5651230"/>
                <a:ext cx="5429619" cy="243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UTAPE.0/4.1/0.0-01/2022</a:t>
                </a:r>
                <a:r>
                  <a:rPr b="1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  <p:sp>
          <p:nvSpPr>
            <p:cNvPr id="115" name="Google Shape;115;p1"/>
            <p:cNvSpPr txBox="1"/>
            <p:nvPr/>
          </p:nvSpPr>
          <p:spPr>
            <a:xfrm rot="-5400000">
              <a:off x="2833460" y="5961554"/>
              <a:ext cx="5516112" cy="367757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Atención a requerimientos en materia archivística  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g22c9802d69a_0_37"/>
          <p:cNvGrpSpPr/>
          <p:nvPr/>
        </p:nvGrpSpPr>
        <p:grpSpPr>
          <a:xfrm>
            <a:off x="284239" y="738190"/>
            <a:ext cx="2159063" cy="9180576"/>
            <a:chOff x="2648570" y="408211"/>
            <a:chExt cx="2157984" cy="9180576"/>
          </a:xfrm>
        </p:grpSpPr>
        <p:pic>
          <p:nvPicPr>
            <p:cNvPr descr="UTAPE_6-lomo.jpg" id="122" name="Google Shape;122;g22c9802d69a_0_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8570" y="408211"/>
              <a:ext cx="2157984" cy="9180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g22c9802d69a_0_37"/>
            <p:cNvSpPr txBox="1"/>
            <p:nvPr/>
          </p:nvSpPr>
          <p:spPr>
            <a:xfrm>
              <a:off x="2864594" y="1848371"/>
              <a:ext cx="16563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TOMO I</a:t>
              </a:r>
              <a:endParaRPr/>
            </a:p>
          </p:txBody>
        </p:sp>
        <p:sp>
          <p:nvSpPr>
            <p:cNvPr id="124" name="Google Shape;124;g22c9802d69a_0_37"/>
            <p:cNvSpPr txBox="1"/>
            <p:nvPr/>
          </p:nvSpPr>
          <p:spPr>
            <a:xfrm>
              <a:off x="2935686" y="2301165"/>
              <a:ext cx="1585200" cy="462600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/>
            </a:p>
          </p:txBody>
        </p:sp>
        <p:grpSp>
          <p:nvGrpSpPr>
            <p:cNvPr id="125" name="Google Shape;125;g22c9802d69a_0_37"/>
            <p:cNvGrpSpPr/>
            <p:nvPr/>
          </p:nvGrpSpPr>
          <p:grpSpPr>
            <a:xfrm>
              <a:off x="2926253" y="3000372"/>
              <a:ext cx="1469271" cy="5976827"/>
              <a:chOff x="2926253" y="3610402"/>
              <a:chExt cx="1469271" cy="4978200"/>
            </a:xfrm>
          </p:grpSpPr>
          <p:sp>
            <p:nvSpPr>
              <p:cNvPr id="126" name="Google Shape;126;g22c9802d69a_0_37"/>
              <p:cNvSpPr txBox="1"/>
              <p:nvPr/>
            </p:nvSpPr>
            <p:spPr>
              <a:xfrm rot="-5400000">
                <a:off x="976853" y="5742491"/>
                <a:ext cx="4613400" cy="7146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Atención a requerimientos en materia archivística  </a:t>
                </a:r>
                <a:endParaRPr/>
              </a:p>
            </p:txBody>
          </p:sp>
          <p:sp>
            <p:nvSpPr>
              <p:cNvPr id="127" name="Google Shape;127;g22c9802d69a_0_37"/>
              <p:cNvSpPr txBox="1"/>
              <p:nvPr/>
            </p:nvSpPr>
            <p:spPr>
              <a:xfrm rot="-5400000">
                <a:off x="1749074" y="5942152"/>
                <a:ext cx="4978200" cy="3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Nombre del Área</a:t>
                </a:r>
                <a:endParaRPr/>
              </a:p>
            </p:txBody>
          </p:sp>
          <p:cxnSp>
            <p:nvCxnSpPr>
              <p:cNvPr id="128" name="Google Shape;128;g22c9802d69a_0_37"/>
              <p:cNvCxnSpPr/>
              <p:nvPr/>
            </p:nvCxnSpPr>
            <p:spPr>
              <a:xfrm flipH="1">
                <a:off x="4016556" y="3814593"/>
                <a:ext cx="15900" cy="4569900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9" name="Google Shape;129;g22c9802d69a_0_37"/>
              <p:cNvSpPr txBox="1"/>
              <p:nvPr/>
            </p:nvSpPr>
            <p:spPr>
              <a:xfrm rot="-5400000">
                <a:off x="1747475" y="5883613"/>
                <a:ext cx="41064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UTAPE.0/4.1/0.0-01/2022 </a:t>
                </a:r>
                <a:endParaRPr/>
              </a:p>
            </p:txBody>
          </p:sp>
        </p:grpSp>
      </p:grpSp>
      <p:sp>
        <p:nvSpPr>
          <p:cNvPr id="130" name="Google Shape;130;g22c9802d69a_0_37"/>
          <p:cNvSpPr txBox="1"/>
          <p:nvPr/>
        </p:nvSpPr>
        <p:spPr>
          <a:xfrm>
            <a:off x="2325687" y="47625"/>
            <a:ext cx="53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Formato para lomos de carpeta</a:t>
            </a:r>
            <a:endParaRPr/>
          </a:p>
        </p:txBody>
      </p:sp>
      <p:grpSp>
        <p:nvGrpSpPr>
          <p:cNvPr id="131" name="Google Shape;131;g22c9802d69a_0_37"/>
          <p:cNvGrpSpPr/>
          <p:nvPr/>
        </p:nvGrpSpPr>
        <p:grpSpPr>
          <a:xfrm>
            <a:off x="3591087" y="738190"/>
            <a:ext cx="1577969" cy="9180576"/>
            <a:chOff x="3479410" y="495300"/>
            <a:chExt cx="1578600" cy="9180576"/>
          </a:xfrm>
        </p:grpSpPr>
        <p:pic>
          <p:nvPicPr>
            <p:cNvPr descr="UTAPE_4-lomo.jpg" id="132" name="Google Shape;132;g22c9802d69a_0_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4674" y="495300"/>
              <a:ext cx="1438656" cy="9180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g22c9802d69a_0_37"/>
            <p:cNvSpPr txBox="1"/>
            <p:nvPr/>
          </p:nvSpPr>
          <p:spPr>
            <a:xfrm>
              <a:off x="3479410" y="1704355"/>
              <a:ext cx="15786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TOMO I</a:t>
              </a:r>
              <a:endParaRPr/>
            </a:p>
          </p:txBody>
        </p:sp>
        <p:sp>
          <p:nvSpPr>
            <p:cNvPr id="134" name="Google Shape;134;g22c9802d69a_0_37"/>
            <p:cNvSpPr txBox="1"/>
            <p:nvPr/>
          </p:nvSpPr>
          <p:spPr>
            <a:xfrm>
              <a:off x="3724447" y="2208411"/>
              <a:ext cx="1156500" cy="441000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/>
            </a:p>
          </p:txBody>
        </p:sp>
        <p:sp>
          <p:nvSpPr>
            <p:cNvPr id="135" name="Google Shape;135;g22c9802d69a_0_37"/>
            <p:cNvSpPr txBox="1"/>
            <p:nvPr/>
          </p:nvSpPr>
          <p:spPr>
            <a:xfrm rot="-5400000">
              <a:off x="1370838" y="5820255"/>
              <a:ext cx="5049900" cy="315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Atención a requerimientos en materia archivística  </a:t>
              </a:r>
              <a:endParaRPr/>
            </a:p>
          </p:txBody>
        </p:sp>
        <p:sp>
          <p:nvSpPr>
            <p:cNvPr id="136" name="Google Shape;136;g22c9802d69a_0_37"/>
            <p:cNvSpPr txBox="1"/>
            <p:nvPr/>
          </p:nvSpPr>
          <p:spPr>
            <a:xfrm rot="-5400000">
              <a:off x="1951556" y="5820112"/>
              <a:ext cx="5665800" cy="3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Dirección de Archivo de Trámite</a:t>
              </a:r>
              <a:endParaRPr/>
            </a:p>
          </p:txBody>
        </p:sp>
        <p:cxnSp>
          <p:nvCxnSpPr>
            <p:cNvPr id="137" name="Google Shape;137;g22c9802d69a_0_37"/>
            <p:cNvCxnSpPr/>
            <p:nvPr/>
          </p:nvCxnSpPr>
          <p:spPr>
            <a:xfrm flipH="1">
              <a:off x="4567361" y="3376782"/>
              <a:ext cx="15600" cy="5201400"/>
            </a:xfrm>
            <a:prstGeom prst="straightConnector1">
              <a:avLst/>
            </a:prstGeom>
            <a:noFill/>
            <a:ln cap="flat" cmpd="dbl" w="38100">
              <a:solidFill>
                <a:srgbClr val="0066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8" name="Google Shape;138;g22c9802d69a_0_37"/>
            <p:cNvSpPr txBox="1"/>
            <p:nvPr/>
          </p:nvSpPr>
          <p:spPr>
            <a:xfrm rot="-5400000">
              <a:off x="2046050" y="5752833"/>
              <a:ext cx="4593600" cy="4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UTAPE.0/4.1/0.0-01/2022 </a:t>
              </a:r>
              <a:endParaRPr/>
            </a:p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Dirección General del Archivo General del Poder Ejecutivo</a:t>
              </a:r>
              <a:endParaRPr/>
            </a:p>
          </p:txBody>
        </p:sp>
      </p:grpSp>
      <p:grpSp>
        <p:nvGrpSpPr>
          <p:cNvPr id="139" name="Google Shape;139;g22c9802d69a_0_37"/>
          <p:cNvGrpSpPr/>
          <p:nvPr/>
        </p:nvGrpSpPr>
        <p:grpSpPr>
          <a:xfrm>
            <a:off x="6162756" y="696915"/>
            <a:ext cx="1166306" cy="9180576"/>
            <a:chOff x="5298027" y="808777"/>
            <a:chExt cx="1167006" cy="9180576"/>
          </a:xfrm>
        </p:grpSpPr>
        <p:grpSp>
          <p:nvGrpSpPr>
            <p:cNvPr id="140" name="Google Shape;140;g22c9802d69a_0_37"/>
            <p:cNvGrpSpPr/>
            <p:nvPr/>
          </p:nvGrpSpPr>
          <p:grpSpPr>
            <a:xfrm>
              <a:off x="5298027" y="808777"/>
              <a:ext cx="1167006" cy="9180576"/>
              <a:chOff x="3422396" y="495300"/>
              <a:chExt cx="902208" cy="9180576"/>
            </a:xfrm>
          </p:grpSpPr>
          <p:pic>
            <p:nvPicPr>
              <p:cNvPr descr="UTAPE_2-lomo.jpg" id="141" name="Google Shape;141;g22c9802d69a_0_3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422396" y="495300"/>
                <a:ext cx="902208" cy="91805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" name="Google Shape;142;g22c9802d69a_0_37"/>
              <p:cNvSpPr txBox="1"/>
              <p:nvPr/>
            </p:nvSpPr>
            <p:spPr>
              <a:xfrm>
                <a:off x="3440659" y="1344315"/>
                <a:ext cx="864000" cy="3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TOMO I</a:t>
                </a:r>
                <a:endParaRPr/>
              </a:p>
            </p:txBody>
          </p:sp>
          <p:sp>
            <p:nvSpPr>
              <p:cNvPr id="143" name="Google Shape;143;g22c9802d69a_0_37"/>
              <p:cNvSpPr txBox="1"/>
              <p:nvPr/>
            </p:nvSpPr>
            <p:spPr>
              <a:xfrm>
                <a:off x="3463693" y="1986665"/>
                <a:ext cx="819600" cy="437700"/>
              </a:xfrm>
              <a:prstGeom prst="rect">
                <a:avLst/>
              </a:prstGeom>
              <a:solidFill>
                <a:srgbClr val="0E1B58"/>
              </a:solidFill>
              <a:ln>
                <a:noFill/>
              </a:ln>
            </p:spPr>
            <p:txBody>
              <a:bodyPr anchorCtr="0" anchor="t" bIns="0" lIns="39300" spcFirstLastPara="1" rIns="0" wrap="square" tIns="3437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2022</a:t>
                </a:r>
                <a:endParaRPr/>
              </a:p>
            </p:txBody>
          </p:sp>
          <p:sp>
            <p:nvSpPr>
              <p:cNvPr id="144" name="Google Shape;144;g22c9802d69a_0_37"/>
              <p:cNvSpPr txBox="1"/>
              <p:nvPr/>
            </p:nvSpPr>
            <p:spPr>
              <a:xfrm rot="-5400000">
                <a:off x="839465" y="5651080"/>
                <a:ext cx="66966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Nombre del Área</a:t>
                </a:r>
                <a:endParaRPr/>
              </a:p>
            </p:txBody>
          </p:sp>
          <p:cxnSp>
            <p:nvCxnSpPr>
              <p:cNvPr id="145" name="Google Shape;145;g22c9802d69a_0_37"/>
              <p:cNvCxnSpPr/>
              <p:nvPr/>
            </p:nvCxnSpPr>
            <p:spPr>
              <a:xfrm flipH="1">
                <a:off x="4088727" y="2698964"/>
                <a:ext cx="13200" cy="6147600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46" name="Google Shape;146;g22c9802d69a_0_37"/>
              <p:cNvSpPr txBox="1"/>
              <p:nvPr/>
            </p:nvSpPr>
            <p:spPr>
              <a:xfrm rot="-5400000">
                <a:off x="1154237" y="5651115"/>
                <a:ext cx="5429700" cy="24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UTAPE.0/4.1/0.0-01/2022</a:t>
                </a:r>
                <a:r>
                  <a:rPr b="1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  <p:sp>
          <p:nvSpPr>
            <p:cNvPr id="147" name="Google Shape;147;g22c9802d69a_0_37"/>
            <p:cNvSpPr txBox="1"/>
            <p:nvPr/>
          </p:nvSpPr>
          <p:spPr>
            <a:xfrm rot="-5400000">
              <a:off x="2783987" y="6011038"/>
              <a:ext cx="5516100" cy="268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Atención a requerimientos en materia archivística  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g22c9802d69a_0_6"/>
          <p:cNvGrpSpPr/>
          <p:nvPr/>
        </p:nvGrpSpPr>
        <p:grpSpPr>
          <a:xfrm>
            <a:off x="284239" y="738190"/>
            <a:ext cx="2159063" cy="9180576"/>
            <a:chOff x="2648570" y="408211"/>
            <a:chExt cx="2157984" cy="9180576"/>
          </a:xfrm>
        </p:grpSpPr>
        <p:pic>
          <p:nvPicPr>
            <p:cNvPr descr="UTAPE_6-lomo.jpg" id="154" name="Google Shape;154;g22c9802d69a_0_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8570" y="408211"/>
              <a:ext cx="2157984" cy="9180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g22c9802d69a_0_6"/>
            <p:cNvSpPr txBox="1"/>
            <p:nvPr/>
          </p:nvSpPr>
          <p:spPr>
            <a:xfrm>
              <a:off x="2864594" y="1848371"/>
              <a:ext cx="16563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TOMO I</a:t>
              </a:r>
              <a:endParaRPr/>
            </a:p>
          </p:txBody>
        </p:sp>
        <p:sp>
          <p:nvSpPr>
            <p:cNvPr id="156" name="Google Shape;156;g22c9802d69a_0_6"/>
            <p:cNvSpPr txBox="1"/>
            <p:nvPr/>
          </p:nvSpPr>
          <p:spPr>
            <a:xfrm>
              <a:off x="2935686" y="2301165"/>
              <a:ext cx="1585200" cy="462600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/>
            </a:p>
          </p:txBody>
        </p:sp>
        <p:grpSp>
          <p:nvGrpSpPr>
            <p:cNvPr id="157" name="Google Shape;157;g22c9802d69a_0_6"/>
            <p:cNvGrpSpPr/>
            <p:nvPr/>
          </p:nvGrpSpPr>
          <p:grpSpPr>
            <a:xfrm>
              <a:off x="2926253" y="3000372"/>
              <a:ext cx="1469271" cy="5976827"/>
              <a:chOff x="2926253" y="3610402"/>
              <a:chExt cx="1469271" cy="4978200"/>
            </a:xfrm>
          </p:grpSpPr>
          <p:sp>
            <p:nvSpPr>
              <p:cNvPr id="158" name="Google Shape;158;g22c9802d69a_0_6"/>
              <p:cNvSpPr txBox="1"/>
              <p:nvPr/>
            </p:nvSpPr>
            <p:spPr>
              <a:xfrm rot="-5400000">
                <a:off x="976853" y="5742491"/>
                <a:ext cx="4613400" cy="7146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Atención a requerimientos en materia archivística  </a:t>
                </a:r>
                <a:endParaRPr/>
              </a:p>
            </p:txBody>
          </p:sp>
          <p:sp>
            <p:nvSpPr>
              <p:cNvPr id="159" name="Google Shape;159;g22c9802d69a_0_6"/>
              <p:cNvSpPr txBox="1"/>
              <p:nvPr/>
            </p:nvSpPr>
            <p:spPr>
              <a:xfrm rot="-5400000">
                <a:off x="1749074" y="5942152"/>
                <a:ext cx="4978200" cy="3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Nombre del Área</a:t>
                </a:r>
                <a:endParaRPr/>
              </a:p>
            </p:txBody>
          </p:sp>
          <p:cxnSp>
            <p:nvCxnSpPr>
              <p:cNvPr id="160" name="Google Shape;160;g22c9802d69a_0_6"/>
              <p:cNvCxnSpPr/>
              <p:nvPr/>
            </p:nvCxnSpPr>
            <p:spPr>
              <a:xfrm flipH="1">
                <a:off x="4016556" y="3814593"/>
                <a:ext cx="15900" cy="4569900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61" name="Google Shape;161;g22c9802d69a_0_6"/>
              <p:cNvSpPr txBox="1"/>
              <p:nvPr/>
            </p:nvSpPr>
            <p:spPr>
              <a:xfrm rot="-5400000">
                <a:off x="1747475" y="5883613"/>
                <a:ext cx="41064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UTAPE.0/4.1/0.0-01/2022 </a:t>
                </a:r>
                <a:endParaRPr/>
              </a:p>
            </p:txBody>
          </p:sp>
        </p:grpSp>
      </p:grpSp>
      <p:sp>
        <p:nvSpPr>
          <p:cNvPr id="162" name="Google Shape;162;g22c9802d69a_0_6"/>
          <p:cNvSpPr txBox="1"/>
          <p:nvPr/>
        </p:nvSpPr>
        <p:spPr>
          <a:xfrm>
            <a:off x="2325687" y="47625"/>
            <a:ext cx="53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Formato para lomos de carpeta</a:t>
            </a:r>
            <a:endParaRPr/>
          </a:p>
        </p:txBody>
      </p:sp>
      <p:grpSp>
        <p:nvGrpSpPr>
          <p:cNvPr id="163" name="Google Shape;163;g22c9802d69a_0_6"/>
          <p:cNvGrpSpPr/>
          <p:nvPr/>
        </p:nvGrpSpPr>
        <p:grpSpPr>
          <a:xfrm>
            <a:off x="3591087" y="738190"/>
            <a:ext cx="1577969" cy="9180576"/>
            <a:chOff x="3479410" y="495300"/>
            <a:chExt cx="1578600" cy="9180576"/>
          </a:xfrm>
        </p:grpSpPr>
        <p:pic>
          <p:nvPicPr>
            <p:cNvPr descr="UTAPE_4-lomo.jpg" id="164" name="Google Shape;164;g22c9802d69a_0_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4674" y="495300"/>
              <a:ext cx="1438656" cy="9180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g22c9802d69a_0_6"/>
            <p:cNvSpPr txBox="1"/>
            <p:nvPr/>
          </p:nvSpPr>
          <p:spPr>
            <a:xfrm>
              <a:off x="3479410" y="1704355"/>
              <a:ext cx="15786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TOMO I</a:t>
              </a:r>
              <a:endParaRPr/>
            </a:p>
          </p:txBody>
        </p:sp>
        <p:sp>
          <p:nvSpPr>
            <p:cNvPr id="166" name="Google Shape;166;g22c9802d69a_0_6"/>
            <p:cNvSpPr txBox="1"/>
            <p:nvPr/>
          </p:nvSpPr>
          <p:spPr>
            <a:xfrm>
              <a:off x="3724447" y="2208411"/>
              <a:ext cx="1156500" cy="441000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/>
            </a:p>
          </p:txBody>
        </p:sp>
        <p:sp>
          <p:nvSpPr>
            <p:cNvPr id="167" name="Google Shape;167;g22c9802d69a_0_6"/>
            <p:cNvSpPr txBox="1"/>
            <p:nvPr/>
          </p:nvSpPr>
          <p:spPr>
            <a:xfrm rot="-5400000">
              <a:off x="1370838" y="5820255"/>
              <a:ext cx="5049900" cy="315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Atención a requerimientos en materia archivística  </a:t>
              </a:r>
              <a:endParaRPr/>
            </a:p>
          </p:txBody>
        </p:sp>
        <p:sp>
          <p:nvSpPr>
            <p:cNvPr id="168" name="Google Shape;168;g22c9802d69a_0_6"/>
            <p:cNvSpPr txBox="1"/>
            <p:nvPr/>
          </p:nvSpPr>
          <p:spPr>
            <a:xfrm rot="-5400000">
              <a:off x="1951556" y="5820112"/>
              <a:ext cx="5665800" cy="3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Dirección de Archivo de Trámite</a:t>
              </a:r>
              <a:endParaRPr/>
            </a:p>
          </p:txBody>
        </p:sp>
        <p:cxnSp>
          <p:nvCxnSpPr>
            <p:cNvPr id="169" name="Google Shape;169;g22c9802d69a_0_6"/>
            <p:cNvCxnSpPr/>
            <p:nvPr/>
          </p:nvCxnSpPr>
          <p:spPr>
            <a:xfrm flipH="1">
              <a:off x="4567361" y="3376782"/>
              <a:ext cx="15600" cy="5201400"/>
            </a:xfrm>
            <a:prstGeom prst="straightConnector1">
              <a:avLst/>
            </a:prstGeom>
            <a:noFill/>
            <a:ln cap="flat" cmpd="dbl" w="38100">
              <a:solidFill>
                <a:srgbClr val="0066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0" name="Google Shape;170;g22c9802d69a_0_6"/>
            <p:cNvSpPr txBox="1"/>
            <p:nvPr/>
          </p:nvSpPr>
          <p:spPr>
            <a:xfrm rot="-5400000">
              <a:off x="2046050" y="5752833"/>
              <a:ext cx="4593600" cy="4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UTAPE.0/4.1/0.0-01/2022 </a:t>
              </a:r>
              <a:endParaRPr/>
            </a:p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Dirección General del Archivo General del Poder Ejecutivo</a:t>
              </a:r>
              <a:endParaRPr/>
            </a:p>
          </p:txBody>
        </p:sp>
      </p:grpSp>
      <p:grpSp>
        <p:nvGrpSpPr>
          <p:cNvPr id="171" name="Google Shape;171;g22c9802d69a_0_6"/>
          <p:cNvGrpSpPr/>
          <p:nvPr/>
        </p:nvGrpSpPr>
        <p:grpSpPr>
          <a:xfrm>
            <a:off x="6162756" y="696915"/>
            <a:ext cx="1166306" cy="9180576"/>
            <a:chOff x="5298027" y="808777"/>
            <a:chExt cx="1167006" cy="9180576"/>
          </a:xfrm>
        </p:grpSpPr>
        <p:grpSp>
          <p:nvGrpSpPr>
            <p:cNvPr id="172" name="Google Shape;172;g22c9802d69a_0_6"/>
            <p:cNvGrpSpPr/>
            <p:nvPr/>
          </p:nvGrpSpPr>
          <p:grpSpPr>
            <a:xfrm>
              <a:off x="5298027" y="808777"/>
              <a:ext cx="1167006" cy="9180576"/>
              <a:chOff x="3422396" y="495300"/>
              <a:chExt cx="902208" cy="9180576"/>
            </a:xfrm>
          </p:grpSpPr>
          <p:pic>
            <p:nvPicPr>
              <p:cNvPr descr="UTAPE_2-lomo.jpg" id="173" name="Google Shape;173;g22c9802d69a_0_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422396" y="495300"/>
                <a:ext cx="902208" cy="91805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" name="Google Shape;174;g22c9802d69a_0_6"/>
              <p:cNvSpPr txBox="1"/>
              <p:nvPr/>
            </p:nvSpPr>
            <p:spPr>
              <a:xfrm>
                <a:off x="3440659" y="1344315"/>
                <a:ext cx="864000" cy="3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TOMO I</a:t>
                </a:r>
                <a:endParaRPr/>
              </a:p>
            </p:txBody>
          </p:sp>
          <p:sp>
            <p:nvSpPr>
              <p:cNvPr id="175" name="Google Shape;175;g22c9802d69a_0_6"/>
              <p:cNvSpPr txBox="1"/>
              <p:nvPr/>
            </p:nvSpPr>
            <p:spPr>
              <a:xfrm>
                <a:off x="3463693" y="1986665"/>
                <a:ext cx="819600" cy="437700"/>
              </a:xfrm>
              <a:prstGeom prst="rect">
                <a:avLst/>
              </a:prstGeom>
              <a:solidFill>
                <a:srgbClr val="0E1B58"/>
              </a:solidFill>
              <a:ln>
                <a:noFill/>
              </a:ln>
            </p:spPr>
            <p:txBody>
              <a:bodyPr anchorCtr="0" anchor="t" bIns="0" lIns="39300" spcFirstLastPara="1" rIns="0" wrap="square" tIns="3437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2022</a:t>
                </a:r>
                <a:endParaRPr/>
              </a:p>
            </p:txBody>
          </p:sp>
          <p:sp>
            <p:nvSpPr>
              <p:cNvPr id="176" name="Google Shape;176;g22c9802d69a_0_6"/>
              <p:cNvSpPr txBox="1"/>
              <p:nvPr/>
            </p:nvSpPr>
            <p:spPr>
              <a:xfrm rot="-5400000">
                <a:off x="839465" y="5651080"/>
                <a:ext cx="66966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62699"/>
                    </a:solidFill>
                    <a:latin typeface="Arial"/>
                    <a:ea typeface="Arial"/>
                    <a:cs typeface="Arial"/>
                    <a:sym typeface="Arial"/>
                  </a:rPr>
                  <a:t>Nombre del Área</a:t>
                </a:r>
                <a:endParaRPr/>
              </a:p>
            </p:txBody>
          </p:sp>
          <p:cxnSp>
            <p:nvCxnSpPr>
              <p:cNvPr id="177" name="Google Shape;177;g22c9802d69a_0_6"/>
              <p:cNvCxnSpPr/>
              <p:nvPr/>
            </p:nvCxnSpPr>
            <p:spPr>
              <a:xfrm flipH="1">
                <a:off x="4088727" y="2698964"/>
                <a:ext cx="13200" cy="6147600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78" name="Google Shape;178;g22c9802d69a_0_6"/>
              <p:cNvSpPr txBox="1"/>
              <p:nvPr/>
            </p:nvSpPr>
            <p:spPr>
              <a:xfrm rot="-5400000">
                <a:off x="1154237" y="5651115"/>
                <a:ext cx="5429700" cy="24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UTAPE.0/4.1/0.0-01/2022</a:t>
                </a:r>
                <a:r>
                  <a:rPr b="1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  <p:sp>
          <p:nvSpPr>
            <p:cNvPr id="179" name="Google Shape;179;g22c9802d69a_0_6"/>
            <p:cNvSpPr txBox="1"/>
            <p:nvPr/>
          </p:nvSpPr>
          <p:spPr>
            <a:xfrm rot="-5400000">
              <a:off x="2783987" y="6011038"/>
              <a:ext cx="5516100" cy="268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Atención a requerimientos en materia archivística  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2001-10-08T15:16:16Z</dcterms:created>
  <dc:creator>Leoncio Avilés</dc:creator>
</cp:coreProperties>
</file>