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950075" cy="92360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NVYMP9xRU7HjjSKvQrfSl8lXS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C3D871-E2FE-4CDE-BD8F-7757E5979DF3}">
  <a:tblStyle styleId="{87C3D871-E2FE-4CDE-BD8F-7757E5979D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7000" y="0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525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763867" y="61853"/>
            <a:ext cx="6850250" cy="5754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Pestaña de expediente</a:t>
            </a:r>
            <a:endParaRPr b="1" i="0" sz="3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1"/>
          <p:cNvGraphicFramePr/>
          <p:nvPr/>
        </p:nvGraphicFramePr>
        <p:xfrm>
          <a:off x="0" y="553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{87C3D871-E2FE-4CDE-BD8F-7757E5979DF3}</a:tableStyleId>
              </a:tblPr>
              <a:tblGrid>
                <a:gridCol w="1139900"/>
                <a:gridCol w="16781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UTAPE.0/4.1/37.0-13/2022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UTAPE.0/4.1/37.0-15/2022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UTAPE.0/4.1/37.0-17/2022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80" y="604282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80" y="1457309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80" y="1900973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9" y="1068867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5" y="250552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7" y="2788301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6" y="3237388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77" y="4910127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78" y="5387823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79" y="5794288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5" y="6220308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6" y="404120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6" y="4518901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75" y="3637900"/>
            <a:ext cx="826019" cy="3121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1"/>
          <p:cNvGraphicFramePr/>
          <p:nvPr/>
        </p:nvGraphicFramePr>
        <p:xfrm>
          <a:off x="2996676" y="604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{87C3D871-E2FE-4CDE-BD8F-7757E5979DF3}</a:tableStyleId>
              </a:tblPr>
              <a:tblGrid>
                <a:gridCol w="1139900"/>
                <a:gridCol w="16781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UTAPE.0/4.1/37.0-13/2022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UTAPE.0/4.1/37.0-15/2022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UTAPE.0/4.1/37.0-17/2022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6" y="656849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6" y="150987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6" y="1953540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5" y="1121434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4" y="2397204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3" y="2840868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2" y="328995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5953" y="4962694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5954" y="544039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5955" y="584685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2" y="625332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2" y="4093772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2" y="4571468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351" y="3690467"/>
            <a:ext cx="826019" cy="3121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1"/>
          <p:cNvGraphicFramePr/>
          <p:nvPr/>
        </p:nvGraphicFramePr>
        <p:xfrm>
          <a:off x="5965393" y="6236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{87C3D871-E2FE-4CDE-BD8F-7757E5979DF3}</a:tableStyleId>
              </a:tblPr>
              <a:tblGrid>
                <a:gridCol w="1139900"/>
                <a:gridCol w="16781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UTAPE.0/4.1/37.0-13/2022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UTAPE.0/4.1/37.0-15/2022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UTAPE.0/4.1/37.0-17/2022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0" name="Google Shape;1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73" y="676231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73" y="1529258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73" y="1972922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72" y="114081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71" y="241658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70" y="2860250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69" y="3309337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670" y="4982076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671" y="5459772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672" y="5866237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69" y="6272702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69" y="4113154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69" y="459085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068" y="3709849"/>
            <a:ext cx="826019" cy="3121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" name="Google Shape;134;p1"/>
          <p:cNvGraphicFramePr/>
          <p:nvPr/>
        </p:nvGraphicFramePr>
        <p:xfrm>
          <a:off x="9219710" y="637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{87C3D871-E2FE-4CDE-BD8F-7757E5979DF3}</a:tableStyleId>
              </a:tblPr>
              <a:tblGrid>
                <a:gridCol w="1139900"/>
                <a:gridCol w="16781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UTAPE.0/4.1/37.0-13/2022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UTAPE.0/4.1/37.0-15/2022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UTAPE.0/4.1/37.0-17/2022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" name="Google Shape;1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90" y="689884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90" y="1542911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90" y="1986575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9" y="1154469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8" y="2430239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7" y="2873903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6" y="332299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8987" y="4995729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8988" y="547342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8989" y="587989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6" y="628635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6" y="4126807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6" y="4604503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385" y="3723502"/>
            <a:ext cx="826019" cy="312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/>
          <p:nvPr/>
        </p:nvSpPr>
        <p:spPr>
          <a:xfrm>
            <a:off x="0" y="0"/>
            <a:ext cx="11824138" cy="5754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Pestaña de expediente opcional con la descripción del asunto</a:t>
            </a:r>
            <a:endParaRPr b="1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2"/>
          <p:cNvGraphicFramePr/>
          <p:nvPr/>
        </p:nvGraphicFramePr>
        <p:xfrm>
          <a:off x="63337" y="7147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{87C3D871-E2FE-4CDE-BD8F-7757E5979DF3}</a:tableStyleId>
              </a:tblPr>
              <a:tblGrid>
                <a:gridCol w="1139900"/>
                <a:gridCol w="1678100"/>
                <a:gridCol w="28826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UTAPE.0/4.1/37.0-13/2022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al Museo Iconográfico del Quijote (MIQ)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UTAPE.0/4.1/37.0-15/2022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Secretaría de Desarrollo Social y Humano (SEDESHU)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UTAPE.0/4.1/37.0-17/2022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al Instituto Tecnológico Superior de Irapuato (ITESI)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7" y="765171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7" y="1618198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7" y="2061862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6" y="122975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5" y="250552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4" y="2949190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3" y="3398277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14" y="5071016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15" y="5548712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16" y="5955177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3" y="6361642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3" y="4202094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3" y="467979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2" y="3798789"/>
            <a:ext cx="826019" cy="3121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2"/>
          <p:cNvGraphicFramePr/>
          <p:nvPr/>
        </p:nvGraphicFramePr>
        <p:xfrm>
          <a:off x="6276813" y="760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{87C3D871-E2FE-4CDE-BD8F-7757E5979DF3}</a:tableStyleId>
              </a:tblPr>
              <a:tblGrid>
                <a:gridCol w="1139900"/>
                <a:gridCol w="1678100"/>
                <a:gridCol w="28826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UTAPE.0/4.1/37.0-13/2022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al Museo Iconográfico del Quijote (MIQ)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UTAPE.0/4.1/37.0-15/2022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Secretaría de Desarrollo Social y Humano (SEDESHU)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UTAPE.0/4.1/37.0-17/2022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al Instituto Tecnológico Superior de Irapuato (ITESI)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UTAPE.0/4.1/37.0-20/2022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Supervisión en materia archivística en gestión y de trámite a Universidad Politécnica del Bicentenario (UPB)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0" name="Google Shape;1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93" y="810399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93" y="1663426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93" y="2107090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92" y="1274984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91" y="2550754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90" y="2994418"/>
            <a:ext cx="826019" cy="33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89" y="344350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090" y="5116244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091" y="559394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092" y="6000405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89" y="6406870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89" y="4247322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89" y="4725018"/>
            <a:ext cx="826019" cy="31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488" y="3844017"/>
            <a:ext cx="826019" cy="312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2022-08-10T18:54:30Z</dcterms:created>
  <dc:creator>YADIRA AMANDA VENEGAS MARTINEZ</dc:creator>
</cp:coreProperties>
</file>