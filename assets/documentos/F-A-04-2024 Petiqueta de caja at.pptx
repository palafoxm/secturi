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144000" cx="6858000"/>
  <p:notesSz cx="6858000" cy="9144000"/>
  <p:embeddedFontLst>
    <p:embeddedFont>
      <p:font typeface="Limelight"/>
      <p:regular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r0JRjRNLlxKW+T+FuvDCHe7nb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3B482D-DCD1-490C-93B6-C890C63AB8EF}">
  <a:tblStyle styleId="{FB3B482D-DCD1-490C-93B6-C890C63AB8E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Limelight-regular.fntdata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23826" y="95250"/>
            <a:ext cx="3219451" cy="3129851"/>
            <a:chOff x="79053" y="80073"/>
            <a:chExt cx="3454914" cy="3129851"/>
          </a:xfrm>
        </p:grpSpPr>
        <p:grpSp>
          <p:nvGrpSpPr>
            <p:cNvPr id="85" name="Google Shape;85;p1"/>
            <p:cNvGrpSpPr/>
            <p:nvPr/>
          </p:nvGrpSpPr>
          <p:grpSpPr>
            <a:xfrm>
              <a:off x="79053" y="80073"/>
              <a:ext cx="3454721" cy="3129851"/>
              <a:chOff x="97234" y="51516"/>
              <a:chExt cx="6844480" cy="2363250"/>
            </a:xfrm>
          </p:grpSpPr>
          <p:sp>
            <p:nvSpPr>
              <p:cNvPr id="86" name="Google Shape;86;p1"/>
              <p:cNvSpPr/>
              <p:nvPr/>
            </p:nvSpPr>
            <p:spPr>
              <a:xfrm>
                <a:off x="97234" y="51516"/>
                <a:ext cx="6844480" cy="236325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81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81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81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843" u="none" cap="none" strike="noStrik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843" u="none" cap="none" strike="noStrik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endParaRPr>
              </a:p>
            </p:txBody>
          </p:sp>
          <p:pic>
            <p:nvPicPr>
              <p:cNvPr id="87" name="Google Shape;87;p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21585" y="72483"/>
                <a:ext cx="2146275" cy="33144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pic>
        </p:grpSp>
        <p:sp>
          <p:nvSpPr>
            <p:cNvPr id="88" name="Google Shape;88;p1"/>
            <p:cNvSpPr/>
            <p:nvPr/>
          </p:nvSpPr>
          <p:spPr>
            <a:xfrm>
              <a:off x="1325731" y="90266"/>
              <a:ext cx="22082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20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Caja 17/2019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89" name="Google Shape;89;p1"/>
          <p:cNvGraphicFramePr/>
          <p:nvPr/>
        </p:nvGraphicFramePr>
        <p:xfrm>
          <a:off x="161926" y="6866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{FB3B482D-DCD1-490C-93B6-C890C63AB8EF}</a:tableStyleId>
              </a:tblPr>
              <a:tblGrid>
                <a:gridCol w="1497275"/>
                <a:gridCol w="1636450"/>
              </a:tblGrid>
              <a:tr h="188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2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Anualidad: </a:t>
                      </a:r>
                      <a:endParaRPr/>
                    </a:p>
                  </a:txBody>
                  <a:tcPr marT="4025" marB="0" marR="4025" marL="40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200" u="sng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2019</a:t>
                      </a:r>
                      <a:endParaRPr b="1" i="1" sz="1200" u="sng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4025" marB="0" marR="4025" marL="4025" anchor="ctr"/>
                </a:tc>
              </a:tr>
              <a:tr h="558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2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Serie: </a:t>
                      </a:r>
                      <a:endParaRPr/>
                    </a:p>
                  </a:txBody>
                  <a:tcPr marT="4025" marB="0" marR="4025" marL="40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2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38. Instrumentos de Control y Consulta Archivística</a:t>
                      </a:r>
                      <a:endParaRPr/>
                    </a:p>
                  </a:txBody>
                  <a:tcPr marT="4025" marB="0" marR="4025" marL="4025" anchor="ctr"/>
                </a:tc>
              </a:tr>
              <a:tr h="558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2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Clave de clasificación archivística:</a:t>
                      </a:r>
                      <a:endParaRPr/>
                    </a:p>
                  </a:txBody>
                  <a:tcPr marT="4025" marB="0" marR="4025" marL="40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2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UTAPE.0/3.1/38.0</a:t>
                      </a:r>
                      <a:endParaRPr b="1" i="1" sz="1200" u="none" cap="none" strike="noStrike">
                        <a:solidFill>
                          <a:srgbClr val="00B0F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4025" marB="0" marR="4025" marL="4025" anchor="ctr"/>
                </a:tc>
              </a:tr>
              <a:tr h="1169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2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Contenido de la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2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caja 17</a:t>
                      </a:r>
                      <a:endParaRPr b="0" i="1" sz="12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4025" marB="0" marR="4025" marL="4025" anchor="ctr"/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Calibri"/>
                        <a:buAutoNum type="arabicPeriod" startAt="42"/>
                      </a:pPr>
                      <a:r>
                        <a:rPr b="1" i="1" lang="es-MX" sz="1200" u="sng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EPRR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Calibri"/>
                        <a:buAutoNum type="arabicPeriod" startAt="42"/>
                      </a:pPr>
                      <a:r>
                        <a:rPr b="1" i="1" lang="es-MX" sz="1200" u="sng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INAEBA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Calibri"/>
                        <a:buAutoNum type="arabicPeriod" startAt="42"/>
                      </a:pPr>
                      <a:r>
                        <a:rPr b="1" i="1" lang="es-MX" sz="1200" u="sng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UPG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Calibri"/>
                        <a:buAutoNum type="arabicPeriod" startAt="42"/>
                      </a:pPr>
                      <a:r>
                        <a:rPr b="1" i="1" lang="es-MX" sz="1200" u="sng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FORUM</a:t>
                      </a:r>
                      <a:endParaRPr b="1" i="1" sz="1200" u="sng" cap="none" strike="noStrike">
                        <a:solidFill>
                          <a:srgbClr val="00B0F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4025" marB="0" marR="4025" marL="4025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2022-12-01T16:32:13Z</dcterms:created>
  <dc:creator>Yadira Amanda Venegas Martinez</dc:creator>
</cp:coreProperties>
</file>